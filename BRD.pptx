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280" r:id="rId3"/>
    <p:sldId id="269" r:id="rId4"/>
    <p:sldId id="270" r:id="rId5"/>
    <p:sldId id="271" r:id="rId6"/>
    <p:sldId id="272" r:id="rId7"/>
    <p:sldId id="273" r:id="rId8"/>
    <p:sldId id="274" r:id="rId9"/>
    <p:sldId id="27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21E4AEA4-8DFA-4A89-87EB-49C32662AFE0}">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78" d="100"/>
          <a:sy n="78" d="100"/>
        </p:scale>
        <p:origin x="878" y="62"/>
      </p:cViewPr>
      <p:guideLst>
        <p:guide orient="horz" pos="2160"/>
        <p:guide pos="3840"/>
      </p:guideLst>
    </p:cSldViewPr>
  </p:slideViewPr>
  <p:notesTextViewPr>
    <p:cViewPr>
      <p:scale>
        <a:sx n="1" d="1"/>
        <a:sy n="1" d="1"/>
      </p:scale>
      <p:origin x="0" y="0"/>
    </p:cViewPr>
  </p:notesTextViewPr>
  <p:notesViewPr>
    <p:cSldViewPr snapToGrid="0">
      <p:cViewPr varScale="1">
        <p:scale>
          <a:sx n="80" d="100"/>
          <a:sy n="80" d="100"/>
        </p:scale>
        <p:origin x="2448"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5CB2E47-6F41-409B-AD22-834AE1EFF186}"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80BE5A-9D85-4716-9443-9D9E66ACB5E5}"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6744A-403D-42A1-BFE7-61DA46EE7C6C}" type="datetimeFigureOut">
              <a:rPr lang="en-US" smtClean="0"/>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05635-4EFD-4447-A451-86C57984FA89}"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dirty="0"/>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7" name="Rectangle 6"/>
          <p:cNvSpPr/>
          <p:nvPr/>
        </p:nvSpPr>
        <p:spPr bwMode="grayWhite">
          <a:xfrm>
            <a:off x="83909" y="1449304"/>
            <a:ext cx="12028716" cy="1527349"/>
          </a:xfrm>
          <a:prstGeom prst="rect">
            <a:avLst/>
          </a:prstGeom>
          <a:solidFill>
            <a:schemeClr val="accent1">
              <a:lumMod val="75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chemeClr val="bg1"/>
                </a:solidFill>
              </a:defRPr>
            </a:lvl1pPr>
          </a:lstStyle>
          <a:p>
            <a:r>
              <a:rPr kumimoji="0" lang="en-US"/>
              <a:t>Click to edit Master title style</a:t>
            </a:r>
            <a:endParaRPr kumimoji="0" lang="en-US" dirty="0"/>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dirty="0"/>
          </a:p>
        </p:txBody>
      </p:sp>
      <p:sp>
        <p:nvSpPr>
          <p:cNvPr id="29" name="Slide Number Placeholder 28"/>
          <p:cNvSpPr>
            <a:spLocks noGrp="1"/>
          </p:cNvSpPr>
          <p:nvPr>
            <p:ph type="sldNum" sz="quarter" idx="12"/>
          </p:nvPr>
        </p:nvSpPr>
        <p:spPr>
          <a:solidFill>
            <a:schemeClr val="accent1">
              <a:lumMod val="75000"/>
            </a:schemeClr>
          </a:solidFill>
        </p:spPr>
        <p:txBody>
          <a:bodyPr lIns="0" tIns="0" rIns="0" bIns="0">
            <a:noAutofit/>
          </a:bodyPr>
          <a:lstStyle>
            <a:lvl1pPr>
              <a:defRPr sz="1400">
                <a:solidFill>
                  <a:srgbClr val="FFFFFF"/>
                </a:solidFill>
              </a:defRPr>
            </a:lvl1pPr>
          </a:lstStyle>
          <a:p>
            <a:fld id="{401CF334-2D5C-4859-84A6-CA7E6E43FAEB}" type="slidenum">
              <a:rPr lang="en-US" smtClean="0"/>
            </a:fld>
            <a:endParaRPr lang="en-US" dirty="0"/>
          </a:p>
        </p:txBody>
      </p:sp>
      <p:sp>
        <p:nvSpPr>
          <p:cNvPr id="17" name="Footer Placeholder 16"/>
          <p:cNvSpPr>
            <a:spLocks noGrp="1"/>
          </p:cNvSpPr>
          <p:nvPr>
            <p:ph type="ftr" sz="quarter" idx="11"/>
          </p:nvPr>
        </p:nvSpPr>
        <p:spPr/>
        <p:txBody>
          <a:bodyPr/>
          <a:lstStyle/>
          <a:p>
            <a:r>
              <a:rPr lang="en-US" dirty="0"/>
              <a:t>Add a footer</a:t>
            </a:r>
            <a:endParaRPr lang="en-US" dirty="0"/>
          </a:p>
        </p:txBody>
      </p:sp>
      <p:sp>
        <p:nvSpPr>
          <p:cNvPr id="28" name="Date Placeholder 27"/>
          <p:cNvSpPr>
            <a:spLocks noGrp="1"/>
          </p:cNvSpPr>
          <p:nvPr>
            <p:ph type="dt" sz="half" idx="10"/>
          </p:nvPr>
        </p:nvSpPr>
        <p:spPr/>
        <p:txBody>
          <a:bodyPr/>
          <a:lstStyle/>
          <a:p>
            <a:fld id="{349BF3EA-1A78-4F07-BDC0-C8A1BD461199}" type="datetimeFigureOut">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dirty="0"/>
          </a:p>
        </p:txBody>
      </p:sp>
      <p:sp>
        <p:nvSpPr>
          <p:cNvPr id="6" name="Slide Number Placeholder 5"/>
          <p:cNvSpPr>
            <a:spLocks noGrp="1"/>
          </p:cNvSpPr>
          <p:nvPr>
            <p:ph type="sldNum" sz="quarter" idx="12"/>
          </p:nvPr>
        </p:nvSpPr>
        <p:spPr/>
        <p:txBody>
          <a:bodyPr/>
          <a:lstStyle/>
          <a:p>
            <a:fld id="{401CF334-2D5C-4859-84A6-CA7E6E43FAEB}" type="slidenum">
              <a:rPr lang="en-US" smtClean="0"/>
            </a:fld>
            <a:endParaRPr lang="en-US" dirty="0"/>
          </a:p>
        </p:txBody>
      </p:sp>
      <p:sp>
        <p:nvSpPr>
          <p:cNvPr id="5" name="Footer Placeholder 4"/>
          <p:cNvSpPr>
            <a:spLocks noGrp="1"/>
          </p:cNvSpPr>
          <p:nvPr>
            <p:ph type="ftr" sz="quarter" idx="11"/>
          </p:nvPr>
        </p:nvSpPr>
        <p:spPr/>
        <p:txBody>
          <a:bodyPr/>
          <a:lstStyle/>
          <a:p>
            <a:r>
              <a:rPr lang="en-US" dirty="0"/>
              <a:t>Add a footer</a:t>
            </a:r>
            <a:endParaRPr lang="en-US" dirty="0"/>
          </a:p>
        </p:txBody>
      </p:sp>
      <p:sp>
        <p:nvSpPr>
          <p:cNvPr id="4" name="Date Placeholder 3"/>
          <p:cNvSpPr>
            <a:spLocks noGrp="1"/>
          </p:cNvSpPr>
          <p:nvPr>
            <p:ph type="dt" sz="half" idx="10"/>
          </p:nvPr>
        </p:nvSpPr>
        <p:spPr/>
        <p:txBody>
          <a:bodyPr/>
          <a:lstStyle/>
          <a:p>
            <a:fld id="{349BF3EA-1A78-4F07-BDC0-C8A1BD461199}" type="datetimeFigureOut">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dirty="0"/>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7" name="Rectangle 6"/>
          <p:cNvSpPr/>
          <p:nvPr/>
        </p:nvSpPr>
        <p:spPr>
          <a:xfrm flipV="1">
            <a:off x="92550" y="2376830"/>
            <a:ext cx="12018020" cy="91440"/>
          </a:xfrm>
          <a:prstGeom prst="rect">
            <a:avLst/>
          </a:prstGeom>
          <a:solidFill>
            <a:schemeClr val="accent1">
              <a:lumMod val="75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endParaRPr kumimoji="0" lang="en-US" dirty="0"/>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6" name="Slide Number Placeholder 5"/>
          <p:cNvSpPr>
            <a:spLocks noGrp="1"/>
          </p:cNvSpPr>
          <p:nvPr>
            <p:ph type="sldNum" sz="quarter" idx="12"/>
          </p:nvPr>
        </p:nvSpPr>
        <p:spPr>
          <a:xfrm>
            <a:off x="195072" y="6208776"/>
            <a:ext cx="609600" cy="457200"/>
          </a:xfrm>
        </p:spPr>
        <p:txBody>
          <a:bodyPr/>
          <a:lstStyle/>
          <a:p>
            <a:fld id="{401CF334-2D5C-4859-84A6-CA7E6E43FAEB}" type="slidenum">
              <a:rPr lang="en-US" smtClean="0"/>
            </a:fld>
            <a:endParaRPr lang="en-US" dirty="0"/>
          </a:p>
        </p:txBody>
      </p:sp>
      <p:sp>
        <p:nvSpPr>
          <p:cNvPr id="5" name="Footer Placeholder 4"/>
          <p:cNvSpPr>
            <a:spLocks noGrp="1"/>
          </p:cNvSpPr>
          <p:nvPr>
            <p:ph type="ftr" sz="quarter" idx="11"/>
          </p:nvPr>
        </p:nvSpPr>
        <p:spPr>
          <a:xfrm>
            <a:off x="1066800" y="6172200"/>
            <a:ext cx="5334000" cy="457200"/>
          </a:xfrm>
        </p:spPr>
        <p:txBody>
          <a:bodyPr/>
          <a:lstStyle/>
          <a:p>
            <a:r>
              <a:rPr lang="en-US" dirty="0"/>
              <a:t>Add a footer</a:t>
            </a:r>
            <a:endParaRPr lang="en-US" dirty="0"/>
          </a:p>
        </p:txBody>
      </p:sp>
      <p:sp>
        <p:nvSpPr>
          <p:cNvPr id="4" name="Date Placeholder 3"/>
          <p:cNvSpPr>
            <a:spLocks noGrp="1"/>
          </p:cNvSpPr>
          <p:nvPr>
            <p:ph type="dt" sz="half" idx="10"/>
          </p:nvPr>
        </p:nvSpPr>
        <p:spPr/>
        <p:txBody>
          <a:bodyPr/>
          <a:lstStyle/>
          <a:p>
            <a:fld id="{349BF3EA-1A78-4F07-BDC0-C8A1BD461199}" type="datetimeFigureOut">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dirty="0"/>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7" name="Slide Number Placeholder 6"/>
          <p:cNvSpPr>
            <a:spLocks noGrp="1"/>
          </p:cNvSpPr>
          <p:nvPr>
            <p:ph type="sldNum" sz="quarter" idx="12"/>
          </p:nvPr>
        </p:nvSpPr>
        <p:spPr/>
        <p:txBody>
          <a:bodyPr/>
          <a:lstStyle/>
          <a:p>
            <a:fld id="{401CF334-2D5C-4859-84A6-CA7E6E43FAEB}" type="slidenum">
              <a:rPr lang="en-US" smtClean="0"/>
            </a:fld>
            <a:endParaRPr lang="en-US" dirty="0"/>
          </a:p>
        </p:txBody>
      </p:sp>
      <p:sp>
        <p:nvSpPr>
          <p:cNvPr id="6" name="Footer Placeholder 5"/>
          <p:cNvSpPr>
            <a:spLocks noGrp="1"/>
          </p:cNvSpPr>
          <p:nvPr>
            <p:ph type="ftr" sz="quarter" idx="11"/>
          </p:nvPr>
        </p:nvSpPr>
        <p:spPr/>
        <p:txBody>
          <a:bodyPr/>
          <a:lstStyle/>
          <a:p>
            <a:r>
              <a:rPr lang="en-US" dirty="0"/>
              <a:t>Add a footer</a:t>
            </a:r>
            <a:endParaRPr lang="en-US" dirty="0"/>
          </a:p>
        </p:txBody>
      </p:sp>
      <p:sp>
        <p:nvSpPr>
          <p:cNvPr id="5" name="Date Placeholder 4"/>
          <p:cNvSpPr>
            <a:spLocks noGrp="1"/>
          </p:cNvSpPr>
          <p:nvPr>
            <p:ph type="dt" sz="half" idx="10"/>
          </p:nvPr>
        </p:nvSpPr>
        <p:spPr/>
        <p:txBody>
          <a:bodyPr/>
          <a:lstStyle/>
          <a:p>
            <a:fld id="{349BF3EA-1A78-4F07-BDC0-C8A1BD461199}" type="datetimeFigureOut">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endParaRPr kumimoji="0" lang="en-US"/>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lumMod val="75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lumMod val="75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9" name="Slide Number Placeholder 8"/>
          <p:cNvSpPr>
            <a:spLocks noGrp="1"/>
          </p:cNvSpPr>
          <p:nvPr>
            <p:ph type="sldNum" sz="quarter" idx="12"/>
          </p:nvPr>
        </p:nvSpPr>
        <p:spPr/>
        <p:txBody>
          <a:bodyPr/>
          <a:lstStyle/>
          <a:p>
            <a:fld id="{401CF334-2D5C-4859-84A6-CA7E6E43FAEB}" type="slidenum">
              <a:rPr lang="en-US" smtClean="0"/>
            </a:fld>
            <a:endParaRPr lang="en-US" dirty="0"/>
          </a:p>
        </p:txBody>
      </p:sp>
      <p:sp>
        <p:nvSpPr>
          <p:cNvPr id="8" name="Footer Placeholder 7"/>
          <p:cNvSpPr>
            <a:spLocks noGrp="1"/>
          </p:cNvSpPr>
          <p:nvPr>
            <p:ph type="ftr" sz="quarter" idx="11"/>
          </p:nvPr>
        </p:nvSpPr>
        <p:spPr/>
        <p:txBody>
          <a:bodyPr/>
          <a:lstStyle/>
          <a:p>
            <a:r>
              <a:rPr lang="en-US" dirty="0"/>
              <a:t>Add a footer</a:t>
            </a:r>
            <a:endParaRPr lang="en-US" dirty="0"/>
          </a:p>
        </p:txBody>
      </p:sp>
      <p:sp>
        <p:nvSpPr>
          <p:cNvPr id="7" name="Date Placeholder 6"/>
          <p:cNvSpPr>
            <a:spLocks noGrp="1"/>
          </p:cNvSpPr>
          <p:nvPr>
            <p:ph type="dt" sz="half" idx="10"/>
          </p:nvPr>
        </p:nvSpPr>
        <p:spPr/>
        <p:txBody>
          <a:bodyPr/>
          <a:lstStyle/>
          <a:p>
            <a:fld id="{349BF3EA-1A78-4F07-BDC0-C8A1BD461199}" type="datetimeFigureOut">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5" name="Slide Number Placeholder 4"/>
          <p:cNvSpPr>
            <a:spLocks noGrp="1"/>
          </p:cNvSpPr>
          <p:nvPr>
            <p:ph type="sldNum" sz="quarter" idx="12"/>
          </p:nvPr>
        </p:nvSpPr>
        <p:spPr/>
        <p:txBody>
          <a:bodyPr/>
          <a:lstStyle/>
          <a:p>
            <a:fld id="{401CF334-2D5C-4859-84A6-CA7E6E43FAEB}" type="slidenum">
              <a:rPr lang="en-US" smtClean="0"/>
            </a:fld>
            <a:endParaRPr lang="en-US" dirty="0"/>
          </a:p>
        </p:txBody>
      </p:sp>
      <p:sp>
        <p:nvSpPr>
          <p:cNvPr id="4" name="Footer Placeholder 3"/>
          <p:cNvSpPr>
            <a:spLocks noGrp="1"/>
          </p:cNvSpPr>
          <p:nvPr>
            <p:ph type="ftr" sz="quarter" idx="11"/>
          </p:nvPr>
        </p:nvSpPr>
        <p:spPr/>
        <p:txBody>
          <a:bodyPr/>
          <a:lstStyle/>
          <a:p>
            <a:r>
              <a:rPr lang="en-US" dirty="0"/>
              <a:t>Add a footer</a:t>
            </a:r>
            <a:endParaRPr lang="en-US" dirty="0"/>
          </a:p>
        </p:txBody>
      </p:sp>
      <p:sp>
        <p:nvSpPr>
          <p:cNvPr id="3" name="Date Placeholder 2"/>
          <p:cNvSpPr>
            <a:spLocks noGrp="1"/>
          </p:cNvSpPr>
          <p:nvPr>
            <p:ph type="dt" sz="half" idx="10"/>
          </p:nvPr>
        </p:nvSpPr>
        <p:spPr/>
        <p:txBody>
          <a:bodyPr/>
          <a:lstStyle/>
          <a:p>
            <a:fld id="{349BF3EA-1A78-4F07-BDC0-C8A1BD461199}" type="datetimeFigureOut">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01CF334-2D5C-4859-84A6-CA7E6E43FAEB}" type="slidenum">
              <a:rPr lang="en-US" smtClean="0"/>
            </a:fld>
            <a:endParaRPr lang="en-US" dirty="0"/>
          </a:p>
        </p:txBody>
      </p:sp>
      <p:sp>
        <p:nvSpPr>
          <p:cNvPr id="3" name="Footer Placeholder 2"/>
          <p:cNvSpPr>
            <a:spLocks noGrp="1"/>
          </p:cNvSpPr>
          <p:nvPr>
            <p:ph type="ftr" sz="quarter" idx="11"/>
          </p:nvPr>
        </p:nvSpPr>
        <p:spPr/>
        <p:txBody>
          <a:bodyPr/>
          <a:lstStyle/>
          <a:p>
            <a:r>
              <a:rPr lang="en-US" dirty="0"/>
              <a:t>Add a footer</a:t>
            </a:r>
            <a:endParaRPr lang="en-US" dirty="0"/>
          </a:p>
        </p:txBody>
      </p:sp>
      <p:sp>
        <p:nvSpPr>
          <p:cNvPr id="2" name="Date Placeholder 1"/>
          <p:cNvSpPr>
            <a:spLocks noGrp="1"/>
          </p:cNvSpPr>
          <p:nvPr>
            <p:ph type="dt" sz="half" idx="10"/>
          </p:nvPr>
        </p:nvSpPr>
        <p:spPr/>
        <p:txBody>
          <a:bodyPr/>
          <a:lstStyle/>
          <a:p>
            <a:fld id="{349BF3EA-1A78-4F07-BDC0-C8A1BD461199}" type="datetimeFigureOut">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endParaRPr kumimoji="0" lang="en-US" dirty="0"/>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7" name="Slide Number Placeholder 6"/>
          <p:cNvSpPr>
            <a:spLocks noGrp="1"/>
          </p:cNvSpPr>
          <p:nvPr>
            <p:ph type="sldNum" sz="quarter" idx="12"/>
          </p:nvPr>
        </p:nvSpPr>
        <p:spPr/>
        <p:txBody>
          <a:bodyPr/>
          <a:lstStyle/>
          <a:p>
            <a:fld id="{401CF334-2D5C-4859-84A6-CA7E6E43FAEB}" type="slidenum">
              <a:rPr lang="en-US" smtClean="0"/>
            </a:fld>
            <a:endParaRPr lang="en-US" dirty="0"/>
          </a:p>
        </p:txBody>
      </p:sp>
      <p:sp>
        <p:nvSpPr>
          <p:cNvPr id="6" name="Footer Placeholder 5"/>
          <p:cNvSpPr>
            <a:spLocks noGrp="1"/>
          </p:cNvSpPr>
          <p:nvPr>
            <p:ph type="ftr" sz="quarter" idx="11"/>
          </p:nvPr>
        </p:nvSpPr>
        <p:spPr/>
        <p:txBody>
          <a:bodyPr/>
          <a:lstStyle/>
          <a:p>
            <a:r>
              <a:rPr lang="en-US" dirty="0"/>
              <a:t>Add a footer</a:t>
            </a:r>
            <a:endParaRPr lang="en-US" dirty="0"/>
          </a:p>
        </p:txBody>
      </p:sp>
      <p:sp>
        <p:nvSpPr>
          <p:cNvPr id="5" name="Date Placeholder 4"/>
          <p:cNvSpPr>
            <a:spLocks noGrp="1"/>
          </p:cNvSpPr>
          <p:nvPr>
            <p:ph type="dt" sz="half" idx="10"/>
          </p:nvPr>
        </p:nvSpPr>
        <p:spPr/>
        <p:txBody>
          <a:bodyPr/>
          <a:lstStyle/>
          <a:p>
            <a:fld id="{349BF3EA-1A78-4F07-BDC0-C8A1BD461199}" type="datetimeFigureOut">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flipV="1">
            <a:off x="91076" y="4683555"/>
            <a:ext cx="12009120" cy="91440"/>
          </a:xfrm>
          <a:prstGeom prst="rect">
            <a:avLst/>
          </a:prstGeom>
          <a:solidFill>
            <a:schemeClr val="accent1">
              <a:lumMod val="75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endParaRPr kumimoji="0" lang="en-US" dirty="0"/>
          </a:p>
        </p:txBody>
      </p:sp>
      <p:sp>
        <p:nvSpPr>
          <p:cNvPr id="3" name="Picture Placeholder 2" descr="An empty placeholder to add an image. Click on the placeholder and select the image that you wish to add"/>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7" name="Slide Number Placeholder 6"/>
          <p:cNvSpPr>
            <a:spLocks noGrp="1"/>
          </p:cNvSpPr>
          <p:nvPr>
            <p:ph type="sldNum" sz="quarter" idx="12"/>
          </p:nvPr>
        </p:nvSpPr>
        <p:spPr>
          <a:xfrm>
            <a:off x="195072" y="6208776"/>
            <a:ext cx="609600" cy="457200"/>
          </a:xfrm>
        </p:spPr>
        <p:txBody>
          <a:bodyPr/>
          <a:lstStyle/>
          <a:p>
            <a:fld id="{401CF334-2D5C-4859-84A6-CA7E6E43FAEB}" type="slidenum">
              <a:rPr lang="en-US" smtClean="0"/>
            </a:fld>
            <a:endParaRPr lang="en-US" dirty="0"/>
          </a:p>
        </p:txBody>
      </p:sp>
      <p:sp>
        <p:nvSpPr>
          <p:cNvPr id="6" name="Footer Placeholder 5"/>
          <p:cNvSpPr>
            <a:spLocks noGrp="1"/>
          </p:cNvSpPr>
          <p:nvPr>
            <p:ph type="ftr" sz="quarter" idx="11"/>
          </p:nvPr>
        </p:nvSpPr>
        <p:spPr>
          <a:xfrm>
            <a:off x="1219200" y="6172200"/>
            <a:ext cx="5181600" cy="457200"/>
          </a:xfrm>
        </p:spPr>
        <p:txBody>
          <a:bodyPr/>
          <a:lstStyle/>
          <a:p>
            <a:r>
              <a:rPr lang="en-US" dirty="0"/>
              <a:t>Add a footer</a:t>
            </a:r>
            <a:endParaRPr lang="en-US" dirty="0"/>
          </a:p>
        </p:txBody>
      </p:sp>
      <p:sp>
        <p:nvSpPr>
          <p:cNvPr id="5" name="Date Placeholder 4"/>
          <p:cNvSpPr>
            <a:spLocks noGrp="1"/>
          </p:cNvSpPr>
          <p:nvPr>
            <p:ph type="dt" sz="half" idx="10"/>
          </p:nvPr>
        </p:nvSpPr>
        <p:spPr/>
        <p:txBody>
          <a:bodyPr/>
          <a:lstStyle/>
          <a:p>
            <a:fld id="{349BF3EA-1A78-4F07-BDC0-C8A1BD461199}" type="datetimeFigureOut">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401CF334-2D5C-4859-84A6-CA7E6E43FAEB}" type="slidenum">
              <a:rPr lang="en-US" smtClean="0"/>
            </a:fld>
            <a:endParaRPr lang="en-US" dirty="0"/>
          </a:p>
        </p:txBody>
      </p:sp>
      <p:sp>
        <p:nvSpPr>
          <p:cNvPr id="5" name="Footer Placeholder 4"/>
          <p:cNvSpPr>
            <a:spLocks noGrp="1"/>
          </p:cNvSpPr>
          <p:nvPr>
            <p:ph type="ftr" sz="quarter" idx="11"/>
          </p:nvPr>
        </p:nvSpPr>
        <p:spPr/>
        <p:txBody>
          <a:bodyPr/>
          <a:lstStyle/>
          <a:p>
            <a:r>
              <a:rPr lang="en-US" dirty="0"/>
              <a:t>Add a footer</a:t>
            </a:r>
            <a:endParaRPr lang="en-US" dirty="0"/>
          </a:p>
        </p:txBody>
      </p:sp>
      <p:sp>
        <p:nvSpPr>
          <p:cNvPr id="4" name="Date Placeholder 3"/>
          <p:cNvSpPr>
            <a:spLocks noGrp="1"/>
          </p:cNvSpPr>
          <p:nvPr>
            <p:ph type="dt" sz="half" idx="10"/>
          </p:nvPr>
        </p:nvSpPr>
        <p:spPr/>
        <p:txBody>
          <a:bodyPr/>
          <a:lstStyle/>
          <a:p>
            <a:fld id="{349BF3EA-1A78-4F07-BDC0-C8A1BD461199}" type="datetimeFigureOut">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401CF334-2D5C-4859-84A6-CA7E6E43FAEB}" type="slidenum">
              <a:rPr lang="en-US" smtClean="0"/>
            </a:fld>
            <a:endParaRPr lang="en-US" dirty="0"/>
          </a:p>
        </p:txBody>
      </p:sp>
      <p:sp>
        <p:nvSpPr>
          <p:cNvPr id="5" name="Footer Placeholder 4"/>
          <p:cNvSpPr>
            <a:spLocks noGrp="1"/>
          </p:cNvSpPr>
          <p:nvPr>
            <p:ph type="ftr" sz="quarter" idx="11"/>
          </p:nvPr>
        </p:nvSpPr>
        <p:spPr/>
        <p:txBody>
          <a:bodyPr/>
          <a:lstStyle/>
          <a:p>
            <a:r>
              <a:rPr lang="en-US" dirty="0"/>
              <a:t>Add a footer</a:t>
            </a:r>
            <a:endParaRPr lang="en-US" dirty="0"/>
          </a:p>
        </p:txBody>
      </p:sp>
      <p:sp>
        <p:nvSpPr>
          <p:cNvPr id="4" name="Date Placeholder 3"/>
          <p:cNvSpPr>
            <a:spLocks noGrp="1"/>
          </p:cNvSpPr>
          <p:nvPr>
            <p:ph type="dt" sz="half" idx="10"/>
          </p:nvPr>
        </p:nvSpPr>
        <p:spPr/>
        <p:txBody>
          <a:bodyPr/>
          <a:lstStyle/>
          <a:p>
            <a:fld id="{349BF3EA-1A78-4F07-BDC0-C8A1BD461199}" type="datetimeFigureOut">
              <a:rPr lang="en-US" smtClean="0"/>
            </a:fld>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3">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dirty="0"/>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endParaRPr kumimoji="0" lang="en-US" dirty="0"/>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dirty="0"/>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lumMod val="75000"/>
            </a:schemeClr>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401CF334-2D5C-4859-84A6-CA7E6E43FAEB}" type="slidenum">
              <a:rPr lang="en-US" smtClean="0"/>
            </a:fld>
            <a:endParaRPr lang="en-US" dirty="0"/>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r>
              <a:rPr lang="en-US" dirty="0"/>
              <a:t>Add a footer</a:t>
            </a:r>
            <a:endParaRPr lang="en-US" dirty="0"/>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349BF3EA-1A78-4F07-BDC0-C8A1BD461199}" type="datetimeFigureOut">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lumMod val="75000"/>
          </a:schemeClr>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lumMod val="75000"/>
          </a:schemeClr>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lumMod val="60000"/>
            <a:lumOff val="4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lumMod val="75000"/>
          </a:schemeClr>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lumMod val="75000"/>
          </a:schemeClr>
        </a:buClr>
        <a:buChar char="•"/>
        <a:defRPr kumimoji="0" sz="1800" kern="1200">
          <a:solidFill>
            <a:schemeClr val="tx1"/>
          </a:solidFill>
          <a:latin typeface="+mn-lt"/>
          <a:ea typeface="+mn-ea"/>
          <a:cs typeface="+mn-cs"/>
        </a:defRPr>
      </a:lvl8pPr>
      <a:lvl9pPr marL="2526030" indent="-285750" algn="l" rtl="0" eaLnBrk="1" latinLnBrk="0" hangingPunct="1">
        <a:spcBef>
          <a:spcPts val="370"/>
        </a:spcBef>
        <a:buClr>
          <a:schemeClr val="accent3">
            <a:lumMod val="50000"/>
          </a:schemeClr>
        </a:buClr>
        <a:buFont typeface="Arial" panose="020B0604020202020204" pitchFamily="34" charset="0"/>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Business Requirement Document</a:t>
            </a:r>
            <a:endParaRPr lang="en-US" dirty="0"/>
          </a:p>
        </p:txBody>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651421" y="4936853"/>
            <a:ext cx="2540579" cy="2540579"/>
          </a:xfrm>
          <a:prstGeom prst="rect">
            <a:avLst/>
          </a:prstGeom>
        </p:spPr>
      </p:pic>
      <p:sp>
        <p:nvSpPr>
          <p:cNvPr id="11" name="Title 2"/>
          <p:cNvSpPr txBox="1"/>
          <p:nvPr/>
        </p:nvSpPr>
        <p:spPr>
          <a:xfrm>
            <a:off x="609600" y="3384904"/>
            <a:ext cx="10874477" cy="1143000"/>
          </a:xfrm>
          <a:prstGeom prst="rect">
            <a:avLst/>
          </a:prstGeom>
        </p:spPr>
        <p:txBody>
          <a:bodyPr bIns="91440" anchor="ctr" anchorCtr="0">
            <a:normAutofit/>
          </a:bodyPr>
          <a:lstStyle>
            <a:lvl1pPr algn="ctr" rtl="0" eaLnBrk="1" latinLnBrk="0" hangingPunct="1">
              <a:spcBef>
                <a:spcPct val="0"/>
              </a:spcBef>
              <a:buNone/>
              <a:defRPr kumimoji="0" lang="en-US" sz="4000" kern="1200" dirty="0">
                <a:solidFill>
                  <a:schemeClr val="bg1"/>
                </a:solidFill>
                <a:latin typeface="+mj-lt"/>
                <a:ea typeface="+mj-ea"/>
                <a:cs typeface="+mj-cs"/>
              </a:defRPr>
            </a:lvl1pPr>
          </a:lstStyle>
          <a:p>
            <a:r>
              <a:rPr lang="en-IN" sz="2800" dirty="0">
                <a:solidFill>
                  <a:schemeClr val="accent1">
                    <a:lumMod val="75000"/>
                  </a:schemeClr>
                </a:solidFill>
              </a:rPr>
              <a:t>Requesting IT support when an employee faces a technical problem</a:t>
            </a:r>
            <a:endParaRPr lang="en-IN" sz="2800" dirty="0">
              <a:solidFill>
                <a:schemeClr val="accent1">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86813" y="136987"/>
            <a:ext cx="10363200" cy="1143000"/>
          </a:xfrm>
        </p:spPr>
        <p:txBody>
          <a:bodyPr/>
          <a:lstStyle/>
          <a:p>
            <a:r>
              <a:rPr lang="en-IN" dirty="0"/>
              <a:t>Purpose &amp; Background</a:t>
            </a:r>
            <a:endParaRPr lang="en-US" dirty="0"/>
          </a:p>
        </p:txBody>
      </p:sp>
      <p:sp>
        <p:nvSpPr>
          <p:cNvPr id="2" name="Content Placeholder 1"/>
          <p:cNvSpPr>
            <a:spLocks noGrp="1"/>
          </p:cNvSpPr>
          <p:nvPr>
            <p:ph sz="quarter" idx="1"/>
          </p:nvPr>
        </p:nvSpPr>
        <p:spPr>
          <a:xfrm>
            <a:off x="186813" y="1487129"/>
            <a:ext cx="10363200" cy="4572000"/>
          </a:xfrm>
        </p:spPr>
        <p:txBody>
          <a:bodyPr/>
          <a:lstStyle/>
          <a:p>
            <a:pPr algn="just"/>
            <a:r>
              <a:rPr lang="en-IN" dirty="0"/>
              <a:t>Employees currently report technical issues via emails or direct messages to the IT team. This makes it difficult for employees to know whether their issue has been received, who is handling it, and whether it is being resolved. Employees struggle to track their IT issue status since it is handles through manual emailing process.IT staff may also have difficulty organizing, prioritizing, and tracking incoming requests. </a:t>
            </a:r>
            <a:endParaRPr lang="en-IN" dirty="0"/>
          </a:p>
          <a:p>
            <a:pPr algn="just"/>
            <a:endParaRPr lang="en-US" dirty="0"/>
          </a:p>
          <a:p>
            <a:pPr algn="just"/>
            <a:r>
              <a:rPr lang="en-US" dirty="0"/>
              <a:t>Purpose:- A centralized ticketing system that assigns an IT staff , allows  		         tracking an issue and sends back updates to the employee 		         regarding the status of the issue.</a:t>
            </a:r>
            <a:endParaRPr lang="en-I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8322" y="107490"/>
            <a:ext cx="10363200" cy="1143000"/>
          </a:xfrm>
        </p:spPr>
        <p:txBody>
          <a:bodyPr/>
          <a:lstStyle/>
          <a:p>
            <a:r>
              <a:rPr lang="en-US" dirty="0"/>
              <a:t>Objective</a:t>
            </a:r>
            <a:endParaRPr lang="en-US" dirty="0"/>
          </a:p>
        </p:txBody>
      </p:sp>
      <p:sp>
        <p:nvSpPr>
          <p:cNvPr id="2" name="Content Placeholder 1"/>
          <p:cNvSpPr>
            <a:spLocks noGrp="1"/>
          </p:cNvSpPr>
          <p:nvPr>
            <p:ph sz="quarter" idx="1"/>
          </p:nvPr>
        </p:nvSpPr>
        <p:spPr>
          <a:xfrm>
            <a:off x="98322" y="1428136"/>
            <a:ext cx="10363200" cy="4572000"/>
          </a:xfrm>
        </p:spPr>
        <p:txBody>
          <a:bodyPr>
            <a:normAutofit/>
          </a:bodyPr>
          <a:lstStyle/>
          <a:p>
            <a:pPr marL="514350" indent="-514350" algn="just">
              <a:buFont typeface="+mj-lt"/>
              <a:buAutoNum type="arabicPeriod"/>
            </a:pPr>
            <a:r>
              <a:rPr lang="en-IN" sz="2800" dirty="0"/>
              <a:t>Provide employees with a standardized method for submitting IT support requests</a:t>
            </a:r>
            <a:endParaRPr lang="en-IN" sz="2800" dirty="0"/>
          </a:p>
          <a:p>
            <a:pPr marL="514350" indent="-514350" algn="just">
              <a:buFont typeface="+mj-lt"/>
              <a:buAutoNum type="arabicPeriod"/>
            </a:pPr>
            <a:r>
              <a:rPr lang="en-US" sz="2800" dirty="0"/>
              <a:t>Allow the IT team to assign a staff to update the ticket</a:t>
            </a:r>
            <a:endParaRPr lang="en-US" sz="2800" dirty="0"/>
          </a:p>
          <a:p>
            <a:pPr marL="514350" indent="-514350" algn="just">
              <a:buFont typeface="+mj-lt"/>
              <a:buAutoNum type="arabicPeriod"/>
            </a:pPr>
            <a:r>
              <a:rPr lang="en-IN" sz="2800" dirty="0"/>
              <a:t>Give employees visibility into the status of their submitted requests</a:t>
            </a:r>
            <a:endParaRPr lang="en-IN" sz="2800" dirty="0"/>
          </a:p>
          <a:p>
            <a:pPr marL="514350" indent="-514350" algn="just">
              <a:buFont typeface="+mj-lt"/>
              <a:buAutoNum type="arabicPeriod"/>
            </a:pPr>
            <a:r>
              <a:rPr lang="en-IN" sz="2800" dirty="0"/>
              <a:t>Reduce requests being missed or lost in email and messaging channels</a:t>
            </a:r>
            <a:endParaRPr 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12289"/>
            <a:ext cx="10363200" cy="1143000"/>
          </a:xfrm>
        </p:spPr>
        <p:txBody>
          <a:bodyPr/>
          <a:lstStyle/>
          <a:p>
            <a:r>
              <a:rPr lang="en-US" dirty="0"/>
              <a:t>Scope (In)</a:t>
            </a:r>
            <a:endParaRPr lang="en-US" dirty="0"/>
          </a:p>
        </p:txBody>
      </p:sp>
      <p:sp>
        <p:nvSpPr>
          <p:cNvPr id="2" name="Content Placeholder 1"/>
          <p:cNvSpPr>
            <a:spLocks noGrp="1"/>
          </p:cNvSpPr>
          <p:nvPr>
            <p:ph sz="quarter" idx="1"/>
          </p:nvPr>
        </p:nvSpPr>
        <p:spPr>
          <a:xfrm>
            <a:off x="914400" y="1669026"/>
            <a:ext cx="10363200" cy="1640195"/>
          </a:xfrm>
        </p:spPr>
        <p:txBody>
          <a:bodyPr/>
          <a:lstStyle/>
          <a:p>
            <a:pPr>
              <a:buFont typeface="Wingdings" panose="05000000000000000000" pitchFamily="2" charset="2"/>
              <a:buChar char="Ø"/>
            </a:pPr>
            <a:r>
              <a:rPr lang="en-IN" dirty="0"/>
              <a:t>IT Support Request Submission</a:t>
            </a:r>
            <a:endParaRPr lang="en-IN" dirty="0"/>
          </a:p>
          <a:p>
            <a:pPr>
              <a:buFont typeface="Wingdings" panose="05000000000000000000" pitchFamily="2" charset="2"/>
              <a:buChar char="Ø"/>
            </a:pPr>
            <a:r>
              <a:rPr lang="en-IN" dirty="0"/>
              <a:t>Request Tracking</a:t>
            </a:r>
            <a:endParaRPr lang="en-IN" dirty="0"/>
          </a:p>
          <a:p>
            <a:pPr>
              <a:buFont typeface="Wingdings" panose="05000000000000000000" pitchFamily="2" charset="2"/>
              <a:buChar char="Ø"/>
            </a:pPr>
            <a:r>
              <a:rPr lang="en-IN" dirty="0"/>
              <a:t>IT Request Management</a:t>
            </a:r>
            <a:endParaRPr lang="en-US" dirty="0"/>
          </a:p>
        </p:txBody>
      </p:sp>
      <p:sp>
        <p:nvSpPr>
          <p:cNvPr id="4" name="Title 2"/>
          <p:cNvSpPr txBox="1"/>
          <p:nvPr/>
        </p:nvSpPr>
        <p:spPr>
          <a:xfrm>
            <a:off x="609600" y="3081747"/>
            <a:ext cx="10363200" cy="1143000"/>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dirty="0"/>
              <a:t>Scope (Out)</a:t>
            </a:r>
            <a:endParaRPr lang="en-US" dirty="0"/>
          </a:p>
        </p:txBody>
      </p:sp>
      <p:sp>
        <p:nvSpPr>
          <p:cNvPr id="5" name="Content Placeholder 1"/>
          <p:cNvSpPr txBox="1"/>
          <p:nvPr/>
        </p:nvSpPr>
        <p:spPr>
          <a:xfrm>
            <a:off x="914400" y="4338484"/>
            <a:ext cx="10363200" cy="1640195"/>
          </a:xfrm>
          <a:prstGeom prst="rect">
            <a:avLst/>
          </a:prstGeom>
        </p:spPr>
        <p:txBody>
          <a:bodyPr vert="horz">
            <a:normAutofit/>
          </a:bodyPr>
          <a:lstStyle>
            <a:lvl1pPr marL="274320" indent="-274320" algn="l" rtl="0" eaLnBrk="1" latinLnBrk="0" hangingPunct="1">
              <a:spcBef>
                <a:spcPts val="580"/>
              </a:spcBef>
              <a:buClr>
                <a:schemeClr val="accent1">
                  <a:lumMod val="75000"/>
                </a:schemeClr>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lumMod val="75000"/>
                </a:schemeClr>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lumMod val="60000"/>
                  <a:lumOff val="4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lumMod val="75000"/>
                </a:schemeClr>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lumMod val="75000"/>
                </a:schemeClr>
              </a:buClr>
              <a:buChar char="•"/>
              <a:defRPr kumimoji="0" sz="1800" kern="1200">
                <a:solidFill>
                  <a:schemeClr val="tx1"/>
                </a:solidFill>
                <a:latin typeface="+mn-lt"/>
                <a:ea typeface="+mn-ea"/>
                <a:cs typeface="+mn-cs"/>
              </a:defRPr>
            </a:lvl8pPr>
            <a:lvl9pPr marL="2526030" indent="-285750" algn="l" rtl="0" eaLnBrk="1" latinLnBrk="0" hangingPunct="1">
              <a:spcBef>
                <a:spcPts val="370"/>
              </a:spcBef>
              <a:buClr>
                <a:schemeClr val="accent3">
                  <a:lumMod val="50000"/>
                </a:schemeClr>
              </a:buClr>
              <a:buFont typeface="Arial" panose="020B0604020202020204" pitchFamily="34" charset="0"/>
              <a:buChar char="•"/>
              <a:defRPr kumimoji="0" sz="1800" kern="1200">
                <a:solidFill>
                  <a:schemeClr val="tx1"/>
                </a:solidFill>
                <a:latin typeface="+mn-lt"/>
                <a:ea typeface="+mn-ea"/>
                <a:cs typeface="+mn-cs"/>
              </a:defRPr>
            </a:lvl9pPr>
          </a:lstStyle>
          <a:p>
            <a:pPr>
              <a:buFont typeface="Wingdings" panose="05000000000000000000" pitchFamily="2" charset="2"/>
              <a:buChar char="Ø"/>
            </a:pPr>
            <a:r>
              <a:rPr lang="en-IN" dirty="0"/>
              <a:t>Direct remote access to an employee's computer</a:t>
            </a:r>
            <a:endParaRPr lang="en-IN" dirty="0"/>
          </a:p>
          <a:p>
            <a:pPr>
              <a:buFont typeface="Wingdings" panose="05000000000000000000" pitchFamily="2" charset="2"/>
              <a:buChar char="Ø"/>
            </a:pPr>
            <a:r>
              <a:rPr lang="en-IN" dirty="0"/>
              <a:t>Manager approval</a:t>
            </a:r>
            <a:endParaRPr lang="en-IN" dirty="0"/>
          </a:p>
          <a:p>
            <a:pPr>
              <a:buFont typeface="Wingdings" panose="05000000000000000000" pitchFamily="2" charset="2"/>
              <a:buChar char="Ø"/>
            </a:pPr>
            <a:r>
              <a:rPr lang="en-IN" dirty="0"/>
              <a:t>Management of hardware replacement or purchasing processes</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826" y="-325129"/>
            <a:ext cx="10363200" cy="1143000"/>
          </a:xfrm>
        </p:spPr>
        <p:txBody>
          <a:bodyPr/>
          <a:lstStyle/>
          <a:p>
            <a:r>
              <a:rPr lang="en-US" dirty="0"/>
              <a:t>Functional Requirements</a:t>
            </a:r>
            <a:endParaRPr lang="en-US" dirty="0"/>
          </a:p>
        </p:txBody>
      </p:sp>
      <p:graphicFrame>
        <p:nvGraphicFramePr>
          <p:cNvPr id="4" name="Table 3"/>
          <p:cNvGraphicFramePr>
            <a:graphicFrameLocks noGrp="1"/>
          </p:cNvGraphicFramePr>
          <p:nvPr/>
        </p:nvGraphicFramePr>
        <p:xfrm>
          <a:off x="383458" y="817871"/>
          <a:ext cx="11228440" cy="5800078"/>
        </p:xfrm>
        <a:graphic>
          <a:graphicData uri="http://schemas.openxmlformats.org/drawingml/2006/table">
            <a:tbl>
              <a:tblPr firstRow="1" bandRow="1">
                <a:tableStyleId>{21E4AEA4-8DFA-4A89-87EB-49C32662AFE0}</a:tableStyleId>
              </a:tblPr>
              <a:tblGrid>
                <a:gridCol w="2807110"/>
                <a:gridCol w="2807110"/>
                <a:gridCol w="2807110"/>
                <a:gridCol w="2807110"/>
              </a:tblGrid>
              <a:tr h="1299839">
                <a:tc>
                  <a:txBody>
                    <a:bodyPr/>
                    <a:lstStyle/>
                    <a:p>
                      <a:r>
                        <a:rPr lang="en-IN" sz="2000" dirty="0"/>
                        <a:t>ID</a:t>
                      </a:r>
                      <a:endParaRPr lang="en-IN" sz="2000" dirty="0"/>
                    </a:p>
                  </a:txBody>
                  <a:tcPr/>
                </a:tc>
                <a:tc>
                  <a:txBody>
                    <a:bodyPr/>
                    <a:lstStyle/>
                    <a:p>
                      <a:r>
                        <a:rPr lang="en-IN" sz="2000" dirty="0"/>
                        <a:t>Requirement</a:t>
                      </a:r>
                      <a:endParaRPr lang="en-IN" sz="2000" dirty="0"/>
                    </a:p>
                  </a:txBody>
                  <a:tcPr/>
                </a:tc>
                <a:tc>
                  <a:txBody>
                    <a:bodyPr/>
                    <a:lstStyle/>
                    <a:p>
                      <a:r>
                        <a:rPr lang="en-IN" sz="2000" dirty="0"/>
                        <a:t>Priority</a:t>
                      </a:r>
                      <a:endParaRPr lang="en-IN" sz="2000" dirty="0"/>
                    </a:p>
                  </a:txBody>
                  <a:tcPr/>
                </a:tc>
                <a:tc>
                  <a:txBody>
                    <a:bodyPr/>
                    <a:lstStyle/>
                    <a:p>
                      <a:r>
                        <a:rPr lang="en-IN" sz="2000" dirty="0"/>
                        <a:t>Acceptance Criteria</a:t>
                      </a:r>
                      <a:endParaRPr lang="en-IN" sz="2000" dirty="0"/>
                    </a:p>
                  </a:txBody>
                  <a:tcPr/>
                </a:tc>
              </a:tr>
              <a:tr h="1299839">
                <a:tc>
                  <a:txBody>
                    <a:bodyPr/>
                    <a:lstStyle/>
                    <a:p>
                      <a:r>
                        <a:rPr lang="en-IN" dirty="0"/>
                        <a:t>FR-01</a:t>
                      </a:r>
                      <a:endParaRPr lang="en-IN" dirty="0"/>
                    </a:p>
                  </a:txBody>
                  <a:tcPr/>
                </a:tc>
                <a:tc>
                  <a:txBody>
                    <a:bodyPr/>
                    <a:lstStyle/>
                    <a:p>
                      <a:r>
                        <a:rPr lang="en-IN" dirty="0"/>
                        <a:t>System must allow an employee to submit an IT support request containing an issue category and issue description</a:t>
                      </a:r>
                      <a:endParaRPr lang="en-IN" dirty="0"/>
                    </a:p>
                  </a:txBody>
                  <a:tcPr/>
                </a:tc>
                <a:tc>
                  <a:txBody>
                    <a:bodyPr/>
                    <a:lstStyle/>
                    <a:p>
                      <a:r>
                        <a:rPr lang="en-IN" dirty="0"/>
                        <a:t>Must Have</a:t>
                      </a:r>
                      <a:endParaRPr lang="en-IN" dirty="0"/>
                    </a:p>
                  </a:txBody>
                  <a:tcPr/>
                </a:tc>
                <a:tc>
                  <a:txBody>
                    <a:bodyPr/>
                    <a:lstStyle/>
                    <a:p>
                      <a:r>
                        <a:rPr lang="en-IN" dirty="0"/>
                        <a:t>Reject submission when either the category or description is missing. A valid submission must create a request with a unique request ID</a:t>
                      </a:r>
                      <a:endParaRPr lang="en-IN" dirty="0"/>
                    </a:p>
                  </a:txBody>
                  <a:tcPr/>
                </a:tc>
              </a:tr>
              <a:tr h="1299839">
                <a:tc>
                  <a:txBody>
                    <a:bodyPr/>
                    <a:lstStyle/>
                    <a:p>
                      <a:r>
                        <a:rPr lang="en-IN" dirty="0"/>
                        <a:t>FR-02</a:t>
                      </a:r>
                      <a:endParaRPr lang="en-IN" dirty="0"/>
                    </a:p>
                  </a:txBody>
                  <a:tcPr/>
                </a:tc>
                <a:tc>
                  <a:txBody>
                    <a:bodyPr/>
                    <a:lstStyle/>
                    <a:p>
                      <a:r>
                        <a:rPr lang="en-IN" dirty="0"/>
                        <a:t> System must allow an employee to view the current status of their submitted IT support requests</a:t>
                      </a:r>
                      <a:endParaRPr lang="en-IN" dirty="0"/>
                    </a:p>
                  </a:txBody>
                  <a:tcPr/>
                </a:tc>
                <a:tc>
                  <a:txBody>
                    <a:bodyPr/>
                    <a:lstStyle/>
                    <a:p>
                      <a:r>
                        <a:rPr lang="en-IN" dirty="0"/>
                        <a:t>Must Have</a:t>
                      </a:r>
                      <a:endParaRPr lang="en-IN" dirty="0"/>
                    </a:p>
                  </a:txBody>
                  <a:tcPr/>
                </a:tc>
                <a:tc>
                  <a:txBody>
                    <a:bodyPr/>
                    <a:lstStyle/>
                    <a:p>
                      <a:r>
                        <a:rPr lang="en-IN" dirty="0"/>
                        <a:t>When an employee opens a submitted request, the system must display its unique request ID and current status</a:t>
                      </a:r>
                      <a:endParaRPr lang="en-IN" dirty="0"/>
                    </a:p>
                  </a:txBody>
                  <a:tcPr/>
                </a:tc>
              </a:tr>
              <a:tr h="1299839">
                <a:tc>
                  <a:txBody>
                    <a:bodyPr/>
                    <a:lstStyle/>
                    <a:p>
                      <a:r>
                        <a:rPr lang="en-IN" dirty="0"/>
                        <a:t>FR-03</a:t>
                      </a:r>
                      <a:endParaRPr lang="en-IN" dirty="0"/>
                    </a:p>
                  </a:txBody>
                  <a:tcPr/>
                </a:tc>
                <a:tc>
                  <a:txBody>
                    <a:bodyPr/>
                    <a:lstStyle/>
                    <a:p>
                      <a:r>
                        <a:rPr lang="en-IN" dirty="0"/>
                        <a:t>The system must allow IT support staff to record a resolution note before closing a request</a:t>
                      </a:r>
                      <a:endParaRPr lang="en-IN" dirty="0"/>
                    </a:p>
                  </a:txBody>
                  <a:tcPr/>
                </a:tc>
                <a:tc>
                  <a:txBody>
                    <a:bodyPr/>
                    <a:lstStyle/>
                    <a:p>
                      <a:r>
                        <a:rPr lang="en-IN" dirty="0"/>
                        <a:t>Should Have</a:t>
                      </a:r>
                      <a:endParaRPr lang="en-IN" dirty="0"/>
                    </a:p>
                  </a:txBody>
                  <a:tcPr/>
                </a:tc>
                <a:tc>
                  <a:txBody>
                    <a:bodyPr/>
                    <a:lstStyle/>
                    <a:p>
                      <a:r>
                        <a:rPr lang="en-IN" dirty="0"/>
                        <a:t>Prevents a request from being moved to </a:t>
                      </a:r>
                      <a:r>
                        <a:rPr lang="en-IN" b="1" dirty="0"/>
                        <a:t>"Closed"</a:t>
                      </a:r>
                      <a:r>
                        <a:rPr lang="en-IN" dirty="0"/>
                        <a:t> unless a resolution note has been entered</a:t>
                      </a:r>
                      <a:endParaRPr lang="en-IN" dirty="0"/>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0990" y="-314007"/>
            <a:ext cx="10363200" cy="1143000"/>
          </a:xfrm>
        </p:spPr>
        <p:txBody>
          <a:bodyPr/>
          <a:lstStyle/>
          <a:p>
            <a:r>
              <a:rPr lang="en-US" dirty="0"/>
              <a:t>Epic and Stories</a:t>
            </a:r>
            <a:endParaRPr lang="en-US" dirty="0"/>
          </a:p>
        </p:txBody>
      </p:sp>
      <p:sp>
        <p:nvSpPr>
          <p:cNvPr id="2" name="Content Placeholder 1"/>
          <p:cNvSpPr>
            <a:spLocks noGrp="1"/>
          </p:cNvSpPr>
          <p:nvPr>
            <p:ph sz="quarter" idx="1"/>
          </p:nvPr>
        </p:nvSpPr>
        <p:spPr>
          <a:xfrm>
            <a:off x="300990" y="980440"/>
            <a:ext cx="11118215" cy="5641340"/>
          </a:xfrm>
        </p:spPr>
        <p:txBody>
          <a:bodyPr/>
          <a:lstStyle/>
          <a:p>
            <a:pPr algn="just"/>
            <a:r>
              <a:rPr lang="en-US" altLang="en-US" b="1" dirty="0"/>
              <a:t>Epic:</a:t>
            </a:r>
            <a:r>
              <a:rPr lang="en-US" altLang="en-US" dirty="0"/>
              <a:t>Enable employees to submit and track IT support requests through a 	centralized system</a:t>
            </a:r>
            <a:endParaRPr lang="en-US" altLang="en-US" dirty="0"/>
          </a:p>
          <a:p>
            <a:pPr algn="just"/>
            <a:endParaRPr lang="en-US" altLang="en-US" dirty="0"/>
          </a:p>
          <a:p>
            <a:pPr algn="just"/>
            <a:endParaRPr lang="en-US" altLang="en-US" dirty="0"/>
          </a:p>
          <a:p>
            <a:pPr algn="just"/>
            <a:r>
              <a:rPr lang="en-US" altLang="en-US" b="1" dirty="0"/>
              <a:t>Story 1: </a:t>
            </a:r>
            <a:r>
              <a:rPr lang="en-US" altLang="en-US" dirty="0"/>
              <a:t>As an employee I would like to submit an</a:t>
            </a:r>
            <a:r>
              <a:rPr lang="en-US" altLang="en-US" b="1" dirty="0"/>
              <a:t> </a:t>
            </a:r>
            <a:r>
              <a:rPr lang="en-US" altLang="en-US" dirty="0"/>
              <a:t>IT issue through a                  standardized system so that I can track the status of the issue</a:t>
            </a:r>
            <a:endParaRPr lang="en-US" altLang="en-US" dirty="0"/>
          </a:p>
          <a:p>
            <a:pPr algn="just"/>
            <a:endParaRPr lang="en-US" altLang="en-US" dirty="0"/>
          </a:p>
          <a:p>
            <a:pPr algn="just"/>
            <a:r>
              <a:rPr lang="en-US" altLang="en-US" b="1" dirty="0"/>
              <a:t>Story 2: </a:t>
            </a:r>
            <a:r>
              <a:rPr lang="en-US" altLang="en-US" dirty="0"/>
              <a:t>As an IT support staff member, I want to view submitted support  requests</a:t>
            </a:r>
            <a:endParaRPr lang="en-US" altLang="en-US" dirty="0"/>
          </a:p>
          <a:p>
            <a:pPr algn="just"/>
            <a:endParaRPr lang="en-US" altLang="en-US" dirty="0"/>
          </a:p>
          <a:p>
            <a:pPr algn="just"/>
            <a:r>
              <a:rPr lang="en-US" altLang="en-US" b="1" dirty="0"/>
              <a:t>Story 3: </a:t>
            </a:r>
            <a:r>
              <a:rPr lang="en-US" altLang="en-US" dirty="0"/>
              <a:t>As an IT manager I want the requests and changes to be recorded</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5905" y="-302577"/>
            <a:ext cx="10363200" cy="1143000"/>
          </a:xfrm>
        </p:spPr>
        <p:txBody>
          <a:bodyPr/>
          <a:lstStyle/>
          <a:p>
            <a:r>
              <a:rPr lang="en-US" dirty="0"/>
              <a:t>Tasks</a:t>
            </a:r>
            <a:endParaRPr lang="en-US" dirty="0"/>
          </a:p>
        </p:txBody>
      </p:sp>
      <p:graphicFrame>
        <p:nvGraphicFramePr>
          <p:cNvPr id="4" name="Table 3"/>
          <p:cNvGraphicFramePr/>
          <p:nvPr/>
        </p:nvGraphicFramePr>
        <p:xfrm>
          <a:off x="343535" y="794385"/>
          <a:ext cx="11539220" cy="5878830"/>
        </p:xfrm>
        <a:graphic>
          <a:graphicData uri="http://schemas.openxmlformats.org/drawingml/2006/table">
            <a:tbl>
              <a:tblPr firstRow="1" bandRow="1">
                <a:tableStyleId>{21E4AEA4-8DFA-4A89-87EB-49C32662AFE0}</a:tableStyleId>
              </a:tblPr>
              <a:tblGrid>
                <a:gridCol w="2884805"/>
                <a:gridCol w="2884805"/>
                <a:gridCol w="2884805"/>
                <a:gridCol w="2884805"/>
              </a:tblGrid>
              <a:tr h="1339215">
                <a:tc>
                  <a:txBody>
                    <a:bodyPr/>
                    <a:p>
                      <a:pPr>
                        <a:buNone/>
                      </a:pPr>
                      <a:r>
                        <a:rPr lang="en-US" sz="2400"/>
                        <a:t>ID</a:t>
                      </a:r>
                      <a:endParaRPr lang="en-US" sz="2400"/>
                    </a:p>
                  </a:txBody>
                  <a:tcPr/>
                </a:tc>
                <a:tc>
                  <a:txBody>
                    <a:bodyPr/>
                    <a:p>
                      <a:pPr>
                        <a:buNone/>
                      </a:pPr>
                      <a:r>
                        <a:rPr lang="en-US" sz="2400"/>
                        <a:t>Story</a:t>
                      </a:r>
                      <a:endParaRPr lang="en-US" sz="2400"/>
                    </a:p>
                  </a:txBody>
                  <a:tcPr/>
                </a:tc>
                <a:tc>
                  <a:txBody>
                    <a:bodyPr/>
                    <a:p>
                      <a:pPr>
                        <a:buNone/>
                      </a:pPr>
                      <a:r>
                        <a:rPr lang="en-US" sz="2400"/>
                        <a:t>Est.Size</a:t>
                      </a:r>
                      <a:endParaRPr lang="en-US" sz="2400"/>
                    </a:p>
                  </a:txBody>
                  <a:tcPr/>
                </a:tc>
                <a:tc>
                  <a:txBody>
                    <a:bodyPr/>
                    <a:p>
                      <a:pPr>
                        <a:buNone/>
                      </a:pPr>
                      <a:r>
                        <a:rPr lang="en-US" sz="2400"/>
                        <a:t>Tasks</a:t>
                      </a:r>
                      <a:endParaRPr lang="en-US" sz="2400"/>
                    </a:p>
                  </a:txBody>
                  <a:tcPr/>
                </a:tc>
              </a:tr>
              <a:tr h="1339215">
                <a:tc>
                  <a:txBody>
                    <a:bodyPr/>
                    <a:p>
                      <a:pPr>
                        <a:buNone/>
                      </a:pPr>
                      <a:r>
                        <a:rPr lang="en-US"/>
                        <a:t>ST-01</a:t>
                      </a:r>
                      <a:endParaRPr lang="en-US"/>
                    </a:p>
                  </a:txBody>
                  <a:tcPr/>
                </a:tc>
                <a:tc>
                  <a:txBody>
                    <a:bodyPr/>
                    <a:p>
                      <a:pPr>
                        <a:buNone/>
                      </a:pPr>
                      <a:r>
                        <a:rPr lang="en-US" altLang="en-US" dirty="0">
                          <a:sym typeface="+mn-ea"/>
                        </a:rPr>
                        <a:t>As an employee I would like to submit an</a:t>
                      </a:r>
                      <a:r>
                        <a:rPr lang="en-US" altLang="en-US" b="1" dirty="0">
                          <a:sym typeface="+mn-ea"/>
                        </a:rPr>
                        <a:t> </a:t>
                      </a:r>
                      <a:r>
                        <a:rPr lang="en-US" altLang="en-US" dirty="0">
                          <a:sym typeface="+mn-ea"/>
                        </a:rPr>
                        <a:t>IT issue through a  standardized system so that I can track the status of the issue</a:t>
                      </a:r>
                      <a:endParaRPr lang="en-US" altLang="en-US" dirty="0"/>
                    </a:p>
                    <a:p>
                      <a:pPr>
                        <a:buNone/>
                      </a:pPr>
                      <a:endParaRPr lang="en-US"/>
                    </a:p>
                  </a:txBody>
                  <a:tcPr/>
                </a:tc>
                <a:tc>
                  <a:txBody>
                    <a:bodyPr/>
                    <a:p>
                      <a:pPr>
                        <a:buNone/>
                      </a:pPr>
                      <a:r>
                        <a:rPr lang="en-US"/>
                        <a:t>5 pts</a:t>
                      </a:r>
                      <a:endParaRPr lang="en-US"/>
                    </a:p>
                  </a:txBody>
                  <a:tcPr/>
                </a:tc>
                <a:tc>
                  <a:txBody>
                    <a:bodyPr/>
                    <a:p>
                      <a:pPr>
                        <a:buNone/>
                      </a:pPr>
                      <a:r>
                        <a:rPr lang="en-US" altLang="en-US"/>
                        <a:t>Create support request form; add category field; add description field; validate required fields</a:t>
                      </a:r>
                      <a:endParaRPr lang="en-US" altLang="en-US"/>
                    </a:p>
                  </a:txBody>
                  <a:tcPr/>
                </a:tc>
              </a:tr>
              <a:tr h="1339215">
                <a:tc>
                  <a:txBody>
                    <a:bodyPr/>
                    <a:p>
                      <a:pPr>
                        <a:buNone/>
                      </a:pPr>
                      <a:r>
                        <a:rPr lang="en-US"/>
                        <a:t>ST-02</a:t>
                      </a:r>
                      <a:endParaRPr lang="en-US"/>
                    </a:p>
                  </a:txBody>
                  <a:tcPr/>
                </a:tc>
                <a:tc>
                  <a:txBody>
                    <a:bodyPr/>
                    <a:p>
                      <a:pPr>
                        <a:buNone/>
                      </a:pPr>
                      <a:r>
                        <a:rPr lang="en-US" altLang="en-US" dirty="0">
                          <a:sym typeface="+mn-ea"/>
                        </a:rPr>
                        <a:t>As an IT support staff member, I want to view submitted support  requests</a:t>
                      </a:r>
                      <a:endParaRPr lang="en-US" altLang="en-US" dirty="0"/>
                    </a:p>
                    <a:p>
                      <a:pPr>
                        <a:buNone/>
                      </a:pPr>
                      <a:endParaRPr lang="en-US"/>
                    </a:p>
                  </a:txBody>
                  <a:tcPr/>
                </a:tc>
                <a:tc>
                  <a:txBody>
                    <a:bodyPr/>
                    <a:p>
                      <a:pPr>
                        <a:buNone/>
                      </a:pPr>
                      <a:r>
                        <a:rPr lang="en-US"/>
                        <a:t>5 pts</a:t>
                      </a:r>
                      <a:endParaRPr lang="en-US"/>
                    </a:p>
                  </a:txBody>
                  <a:tcPr/>
                </a:tc>
                <a:tc>
                  <a:txBody>
                    <a:bodyPr/>
                    <a:p>
                      <a:pPr>
                        <a:buNone/>
                      </a:pPr>
                      <a:r>
                        <a:rPr lang="en-US" altLang="en-US"/>
                        <a:t>Create IT request dashboard; retrieve open requests; add request filtering; display request details</a:t>
                      </a:r>
                      <a:endParaRPr lang="en-US" altLang="en-US"/>
                    </a:p>
                  </a:txBody>
                  <a:tcPr/>
                </a:tc>
              </a:tr>
              <a:tr h="1339215">
                <a:tc>
                  <a:txBody>
                    <a:bodyPr/>
                    <a:p>
                      <a:pPr>
                        <a:buNone/>
                      </a:pPr>
                      <a:r>
                        <a:rPr lang="en-US"/>
                        <a:t>ST-03</a:t>
                      </a:r>
                      <a:endParaRPr lang="en-US"/>
                    </a:p>
                  </a:txBody>
                  <a:tcPr/>
                </a:tc>
                <a:tc>
                  <a:txBody>
                    <a:bodyPr/>
                    <a:p>
                      <a:pPr>
                        <a:buNone/>
                      </a:pPr>
                      <a:r>
                        <a:rPr lang="en-US" altLang="en-US" dirty="0">
                          <a:sym typeface="+mn-ea"/>
                        </a:rPr>
                        <a:t>As an IT manager I want the requests and changes to be recorded</a:t>
                      </a:r>
                      <a:endParaRPr lang="en-US" altLang="en-US" dirty="0"/>
                    </a:p>
                    <a:p>
                      <a:pPr>
                        <a:buNone/>
                      </a:pPr>
                      <a:endParaRPr lang="en-US"/>
                    </a:p>
                  </a:txBody>
                  <a:tcPr/>
                </a:tc>
                <a:tc>
                  <a:txBody>
                    <a:bodyPr/>
                    <a:p>
                      <a:pPr>
                        <a:buNone/>
                      </a:pPr>
                      <a:r>
                        <a:rPr lang="en-US"/>
                        <a:t>3 pts</a:t>
                      </a:r>
                      <a:endParaRPr lang="en-US"/>
                    </a:p>
                  </a:txBody>
                  <a:tcPr/>
                </a:tc>
                <a:tc>
                  <a:txBody>
                    <a:bodyPr/>
                    <a:p>
                      <a:pPr>
                        <a:buNone/>
                      </a:pPr>
                      <a:r>
                        <a:rPr lang="en-US" altLang="en-US"/>
                        <a:t>Create request history table; record previous and new status; record user and timestamp; display status history</a:t>
                      </a:r>
                      <a:endParaRPr lang="en-US"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90345" y="3247708"/>
            <a:ext cx="10363200" cy="1143000"/>
          </a:xfrm>
        </p:spPr>
        <p:txBody>
          <a:bodyPr>
            <a:noAutofit/>
          </a:bodyPr>
          <a:lstStyle/>
          <a:p>
            <a:r>
              <a:rPr lang="en-US" sz="9600" dirty="0"/>
              <a:t>THANK </a:t>
            </a:r>
            <a:br>
              <a:rPr lang="en-US" sz="9600" dirty="0"/>
            </a:br>
            <a:r>
              <a:rPr lang="en-US" sz="9600" dirty="0"/>
              <a:t>YOU</a:t>
            </a:r>
            <a:endParaRPr lang="en-US" sz="9600" dirty="0"/>
          </a:p>
        </p:txBody>
      </p:sp>
      <p:sp>
        <p:nvSpPr>
          <p:cNvPr id="4" name="Content Placeholder 3"/>
          <p:cNvSpPr>
            <a:spLocks noGrp="1"/>
          </p:cNvSpPr>
          <p:nvPr>
            <p:ph sz="quarter" idx="1"/>
          </p:nvPr>
        </p:nvSpPr>
        <p:spPr>
          <a:xfrm>
            <a:off x="9255125" y="5518785"/>
            <a:ext cx="2598420" cy="1050925"/>
          </a:xfrm>
        </p:spPr>
        <p:txBody>
          <a:bodyPr>
            <a:noAutofit/>
          </a:bodyPr>
          <a:lstStyle/>
          <a:p>
            <a:pPr marL="0" indent="0" algn="just">
              <a:buNone/>
            </a:pPr>
            <a:r>
              <a:rPr lang="en-US" altLang="en-US" sz="2400" dirty="0"/>
              <a:t>- Emmanuel Albert</a:t>
            </a:r>
            <a:endParaRPr lang="en-US" altLang="en-US" sz="2400" dirty="0"/>
          </a:p>
          <a:p>
            <a:pPr marL="0" indent="0" algn="just">
              <a:buNone/>
            </a:pPr>
            <a:r>
              <a:rPr lang="en-US" altLang="en-US" sz="2400" dirty="0"/>
              <a:t>  INT092</a:t>
            </a:r>
            <a:endParaRPr lang="en-US"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usiness plan presentation">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bodyPr rtlCol="0" anchor="ctr"/>
      <a:lstStyle>
        <a:defPPr algn="ctr">
          <a:defRPr dirty="0"/>
        </a:defPPr>
      </a:lstStyle>
      <a:style>
        <a:lnRef idx="1">
          <a:schemeClr val="accent1"/>
        </a:lnRef>
        <a:fillRef idx="2">
          <a:schemeClr val="accent1"/>
        </a:fillRef>
        <a:effectRef idx="1">
          <a:schemeClr val="accent1"/>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plan presentation (widescreen)</Template>
  <TotalTime>0</TotalTime>
  <Words>3017</Words>
  <Application>WPS Presentation</Application>
  <PresentationFormat>Widescreen</PresentationFormat>
  <Paragraphs>116</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SimSun</vt:lpstr>
      <vt:lpstr>Wingdings</vt:lpstr>
      <vt:lpstr>Wingdings 2</vt:lpstr>
      <vt:lpstr>Calibri</vt:lpstr>
      <vt:lpstr>Cambria</vt:lpstr>
      <vt:lpstr>Microsoft YaHei</vt:lpstr>
      <vt:lpstr>Arial Unicode MS</vt:lpstr>
      <vt:lpstr>Business plan presentation</vt:lpstr>
      <vt:lpstr>Business Requirement Document</vt:lpstr>
      <vt:lpstr>Purpose &amp; Background</vt:lpstr>
      <vt:lpstr>Objective</vt:lpstr>
      <vt:lpstr>Scope (In)</vt:lpstr>
      <vt:lpstr>Functional Requirements</vt:lpstr>
      <vt:lpstr>Business Concept</vt:lpstr>
      <vt:lpstr>Competition</vt:lpstr>
      <vt:lpstr>Key Issues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ALBERT</dc:creator>
  <cp:lastModifiedBy>EmmanuelAlbert</cp:lastModifiedBy>
  <cp:revision>3</cp:revision>
  <dcterms:created xsi:type="dcterms:W3CDTF">2026-08-13T08:54:00Z</dcterms:created>
  <dcterms:modified xsi:type="dcterms:W3CDTF">2026-08-16T14:14:19Z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74069296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1033-12.1.0.28032</vt:lpwstr>
  </property>
  <property fmtid="{D5CDD505-2E9C-101B-9397-08002B2CF9AE}" pid="13" name="ICV">
    <vt:lpwstr>58F7112F357B47658A776BAF7835EE33_12</vt:lpwstr>
  </property>
</Properties>
</file>